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Iris(アヤメ)データセット</a:t>
            </a:r>
          </a:p>
          <a:p>
            <a:pPr>
              <a:defRPr sz="2600">
                <a:solidFill>
                  <a:srgbClr val="E0E6F0"/>
                </a:solidFill>
              </a:defRPr>
            </a:pPr>
            <a:r>
              <a:t>概要と分析結果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データセット概要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アヤメ(Iris)の花に関する古典的なデータセット(全150件)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3品種 × 各50件で構成: Setosa / Versicolor / Virginica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4つの数値特徴量を収録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– sepal.length(がく片の長さ) / sepal.width(がく片の幅)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– petal.length(花弁の長さ) / petal.width(花弁の幅)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欠損値なし、単位は cm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機械学習の分類問題における入門的ベンチマークとして広く利用される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全体の統計サマリー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4つの特徴量の基本統計量(全150件)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特徴量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標準偏差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最小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最大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がく片の長さ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5.84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4.30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7.90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がく片の幅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花弁の長さ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3.76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1.76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6.90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花弁の幅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品種は Setosa / Versicolor / Virginica が各50件ずつで、クラスの偏りがない均衡データセット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品種ごとの特徴量比較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花弁サイズによる品種の分離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花弁の長さの分布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まとめ・考察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花弁(petal)のサイズは品種間で差が大きく、分類に有効な特徴量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– Setosa は花弁が明確に小さく、他2品種と容易に分離できる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– Versicolor と Virginica はやや重なりがあるが、花弁の長さ・幅で概ね分離可能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がく片(sepal)のサイズは品種間の差が比較的小さく、識別力は花弁より弱い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データは3品種×50件で均衡しており、分類モデルの学習・評価に適している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次のステップ: ロジスティック回帰やSVM等による品種分類モデルの構築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